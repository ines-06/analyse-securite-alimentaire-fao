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51E93-F99E-4FEF-B593-118606912130}" v="45" dt="2026-02-05T20:06:42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modSld">
      <pc:chgData name="Ines Belhoussine" userId="8779269a92f3eda0" providerId="LiveId" clId="{EDAE93F2-2B1F-4FE5-BBF4-E2EB8FC2390D}" dt="2026-02-06T17:20:34.342" v="5797" actId="20577"/>
      <pc:docMkLst>
        <pc:docMk/>
      </pc:docMkLst>
      <pc:sldChg chg="addSp delSp modSp mod">
        <pc:chgData name="Ines Belhoussine" userId="8779269a92f3eda0" providerId="LiveId" clId="{EDAE93F2-2B1F-4FE5-BBF4-E2EB8FC2390D}" dt="2026-02-05T18:13:51.079" v="3214" actId="14100"/>
        <pc:sldMkLst>
          <pc:docMk/>
          <pc:sldMk cId="0" sldId="256"/>
        </pc:sldMkLst>
        <pc:spChg chg="mod">
          <ac:chgData name="Ines Belhoussine" userId="8779269a92f3eda0" providerId="LiveId" clId="{EDAE93F2-2B1F-4FE5-BBF4-E2EB8FC2390D}" dt="2026-02-01T18:52:11.744" v="15" actId="20577"/>
          <ac:spMkLst>
            <pc:docMk/>
            <pc:sldMk cId="0" sldId="256"/>
            <ac:spMk id="122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8:13:51.079" v="3214" actId="14100"/>
          <ac:picMkLst>
            <pc:docMk/>
            <pc:sldMk cId="0" sldId="256"/>
            <ac:picMk id="3" creationId="{A6CB2726-5C8E-9FD5-A5AF-A16A14E514F2}"/>
          </ac:picMkLst>
        </pc:picChg>
      </pc:sldChg>
      <pc:sldChg chg="addSp delSp modSp mod">
        <pc:chgData name="Ines Belhoussine" userId="8779269a92f3eda0" providerId="LiveId" clId="{EDAE93F2-2B1F-4FE5-BBF4-E2EB8FC2390D}" dt="2026-02-05T18:12:51.270" v="3213" actId="113"/>
        <pc:sldMkLst>
          <pc:docMk/>
          <pc:sldMk cId="0" sldId="257"/>
        </pc:sldMkLst>
        <pc:spChg chg="mod">
          <ac:chgData name="Ines Belhoussine" userId="8779269a92f3eda0" providerId="LiveId" clId="{EDAE93F2-2B1F-4FE5-BBF4-E2EB8FC2390D}" dt="2026-02-05T18:12:51.270" v="3213" actId="113"/>
          <ac:spMkLst>
            <pc:docMk/>
            <pc:sldMk cId="0" sldId="257"/>
            <ac:spMk id="131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12:19.207" v="3209" actId="478"/>
          <ac:spMkLst>
            <pc:docMk/>
            <pc:sldMk cId="0" sldId="257"/>
            <ac:spMk id="132" creationId="{00000000-0000-0000-0000-000000000000}"/>
          </ac:spMkLst>
        </pc:spChg>
      </pc:sldChg>
      <pc:sldChg chg="delSp modSp mod">
        <pc:chgData name="Ines Belhoussine" userId="8779269a92f3eda0" providerId="LiveId" clId="{EDAE93F2-2B1F-4FE5-BBF4-E2EB8FC2390D}" dt="2026-02-05T18:18:07.855" v="3225" actId="113"/>
        <pc:sldMkLst>
          <pc:docMk/>
          <pc:sldMk cId="0" sldId="258"/>
        </pc:sldMkLst>
        <pc:spChg chg="mod">
          <ac:chgData name="Ines Belhoussine" userId="8779269a92f3eda0" providerId="LiveId" clId="{EDAE93F2-2B1F-4FE5-BBF4-E2EB8FC2390D}" dt="2026-02-05T18:18:07.855" v="3225" actId="113"/>
          <ac:spMkLst>
            <pc:docMk/>
            <pc:sldMk cId="0" sldId="258"/>
            <ac:spMk id="138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17:47.120" v="3219" actId="478"/>
          <ac:spMkLst>
            <pc:docMk/>
            <pc:sldMk cId="0" sldId="258"/>
            <ac:spMk id="139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17:35.200" v="3216" actId="478"/>
          <ac:spMkLst>
            <pc:docMk/>
            <pc:sldMk cId="0" sldId="258"/>
            <ac:spMk id="140" creationId="{00000000-0000-0000-0000-000000000000}"/>
          </ac:spMkLst>
        </pc:spChg>
      </pc:sldChg>
      <pc:sldChg chg="delSp modSp mod">
        <pc:chgData name="Ines Belhoussine" userId="8779269a92f3eda0" providerId="LiveId" clId="{EDAE93F2-2B1F-4FE5-BBF4-E2EB8FC2390D}" dt="2026-02-05T18:36:36.345" v="3930" actId="20577"/>
        <pc:sldMkLst>
          <pc:docMk/>
          <pc:sldMk cId="0" sldId="259"/>
        </pc:sldMkLst>
        <pc:spChg chg="mod">
          <ac:chgData name="Ines Belhoussine" userId="8779269a92f3eda0" providerId="LiveId" clId="{EDAE93F2-2B1F-4FE5-BBF4-E2EB8FC2390D}" dt="2026-02-05T18:36:36.345" v="3930" actId="20577"/>
          <ac:spMkLst>
            <pc:docMk/>
            <pc:sldMk cId="0" sldId="259"/>
            <ac:spMk id="146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30:55.266" v="3292" actId="478"/>
          <ac:spMkLst>
            <pc:docMk/>
            <pc:sldMk cId="0" sldId="259"/>
            <ac:spMk id="147" creationId="{00000000-0000-0000-0000-000000000000}"/>
          </ac:spMkLst>
        </pc:spChg>
      </pc:sldChg>
      <pc:sldChg chg="delSp modSp mod">
        <pc:chgData name="Ines Belhoussine" userId="8779269a92f3eda0" providerId="LiveId" clId="{EDAE93F2-2B1F-4FE5-BBF4-E2EB8FC2390D}" dt="2026-02-05T18:43:32.673" v="4473" actId="20577"/>
        <pc:sldMkLst>
          <pc:docMk/>
          <pc:sldMk cId="0" sldId="260"/>
        </pc:sldMkLst>
        <pc:spChg chg="mod">
          <ac:chgData name="Ines Belhoussine" userId="8779269a92f3eda0" providerId="LiveId" clId="{EDAE93F2-2B1F-4FE5-BBF4-E2EB8FC2390D}" dt="2026-02-05T18:43:32.673" v="4473" actId="20577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37:55.054" v="4048" actId="478"/>
          <ac:spMkLst>
            <pc:docMk/>
            <pc:sldMk cId="0" sldId="260"/>
            <ac:spMk id="154" creationId="{00000000-0000-0000-0000-000000000000}"/>
          </ac:spMkLst>
        </pc:spChg>
      </pc:sldChg>
      <pc:sldChg chg="delSp modSp mod">
        <pc:chgData name="Ines Belhoussine" userId="8779269a92f3eda0" providerId="LiveId" clId="{EDAE93F2-2B1F-4FE5-BBF4-E2EB8FC2390D}" dt="2026-02-05T18:49:54.050" v="5009" actId="20577"/>
        <pc:sldMkLst>
          <pc:docMk/>
          <pc:sldMk cId="0" sldId="261"/>
        </pc:sldMkLst>
        <pc:spChg chg="mod">
          <ac:chgData name="Ines Belhoussine" userId="8779269a92f3eda0" providerId="LiveId" clId="{EDAE93F2-2B1F-4FE5-BBF4-E2EB8FC2390D}" dt="2026-02-05T18:49:54.050" v="5009" actId="20577"/>
          <ac:spMkLst>
            <pc:docMk/>
            <pc:sldMk cId="0" sldId="261"/>
            <ac:spMk id="160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8:43:52.307" v="4475" actId="478"/>
          <ac:spMkLst>
            <pc:docMk/>
            <pc:sldMk cId="0" sldId="261"/>
            <ac:spMk id="161" creationId="{00000000-0000-0000-0000-000000000000}"/>
          </ac:spMkLst>
        </pc:spChg>
      </pc:sldChg>
      <pc:sldChg chg="addSp delSp modSp mod">
        <pc:chgData name="Ines Belhoussine" userId="8779269a92f3eda0" providerId="LiveId" clId="{EDAE93F2-2B1F-4FE5-BBF4-E2EB8FC2390D}" dt="2026-02-05T18:51:52.070" v="5026" actId="1076"/>
        <pc:sldMkLst>
          <pc:docMk/>
          <pc:sldMk cId="0" sldId="262"/>
        </pc:sldMkLst>
        <pc:spChg chg="del mod">
          <ac:chgData name="Ines Belhoussine" userId="8779269a92f3eda0" providerId="LiveId" clId="{EDAE93F2-2B1F-4FE5-BBF4-E2EB8FC2390D}" dt="2026-02-05T18:51:46.794" v="5023" actId="478"/>
          <ac:spMkLst>
            <pc:docMk/>
            <pc:sldMk cId="0" sldId="262"/>
            <ac:spMk id="167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8:50:05.715" v="5011" actId="478"/>
          <ac:spMkLst>
            <pc:docMk/>
            <pc:sldMk cId="0" sldId="262"/>
            <ac:spMk id="168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8:50:03.523" v="5010" actId="478"/>
          <ac:spMkLst>
            <pc:docMk/>
            <pc:sldMk cId="0" sldId="262"/>
            <ac:spMk id="169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8:51:52.070" v="5026" actId="1076"/>
          <ac:picMkLst>
            <pc:docMk/>
            <pc:sldMk cId="0" sldId="262"/>
            <ac:picMk id="3" creationId="{3C06933D-1FDE-EE5A-2EAA-33631F5E648A}"/>
          </ac:picMkLst>
        </pc:picChg>
      </pc:sldChg>
      <pc:sldChg chg="delSp modSp mod">
        <pc:chgData name="Ines Belhoussine" userId="8779269a92f3eda0" providerId="LiveId" clId="{EDAE93F2-2B1F-4FE5-BBF4-E2EB8FC2390D}" dt="2026-02-05T19:12:00.756" v="5446" actId="20577"/>
        <pc:sldMkLst>
          <pc:docMk/>
          <pc:sldMk cId="0" sldId="263"/>
        </pc:sldMkLst>
        <pc:spChg chg="mod">
          <ac:chgData name="Ines Belhoussine" userId="8779269a92f3eda0" providerId="LiveId" clId="{EDAE93F2-2B1F-4FE5-BBF4-E2EB8FC2390D}" dt="2026-02-05T19:12:00.756" v="5446" actId="20577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2-05T19:00:00.505" v="5027" actId="478"/>
          <ac:spMkLst>
            <pc:docMk/>
            <pc:sldMk cId="0" sldId="263"/>
            <ac:spMk id="176" creationId="{00000000-0000-0000-0000-000000000000}"/>
          </ac:spMkLst>
        </pc:spChg>
      </pc:sldChg>
      <pc:sldChg chg="addSp delSp modSp mod">
        <pc:chgData name="Ines Belhoussine" userId="8779269a92f3eda0" providerId="LiveId" clId="{EDAE93F2-2B1F-4FE5-BBF4-E2EB8FC2390D}" dt="2026-02-05T19:17:25.180" v="5453" actId="1076"/>
        <pc:sldMkLst>
          <pc:docMk/>
          <pc:sldMk cId="0" sldId="264"/>
        </pc:sldMkLst>
        <pc:spChg chg="del">
          <ac:chgData name="Ines Belhoussine" userId="8779269a92f3eda0" providerId="LiveId" clId="{EDAE93F2-2B1F-4FE5-BBF4-E2EB8FC2390D}" dt="2026-02-05T19:17:20.037" v="5450" actId="478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17:16.442" v="5449" actId="478"/>
          <ac:spMkLst>
            <pc:docMk/>
            <pc:sldMk cId="0" sldId="264"/>
            <ac:spMk id="183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9:17:25.180" v="5453" actId="1076"/>
          <ac:picMkLst>
            <pc:docMk/>
            <pc:sldMk cId="0" sldId="264"/>
            <ac:picMk id="3" creationId="{FF306BE5-87BB-641C-AFD7-60E0F150FC72}"/>
          </ac:picMkLst>
        </pc:picChg>
      </pc:sldChg>
      <pc:sldChg chg="addSp delSp modSp mod">
        <pc:chgData name="Ines Belhoussine" userId="8779269a92f3eda0" providerId="LiveId" clId="{EDAE93F2-2B1F-4FE5-BBF4-E2EB8FC2390D}" dt="2026-02-05T19:26:57.121" v="5456" actId="1076"/>
        <pc:sldMkLst>
          <pc:docMk/>
          <pc:sldMk cId="0" sldId="265"/>
        </pc:sldMkLst>
        <pc:spChg chg="del">
          <ac:chgData name="Ines Belhoussine" userId="8779269a92f3eda0" providerId="LiveId" clId="{EDAE93F2-2B1F-4FE5-BBF4-E2EB8FC2390D}" dt="2026-02-05T19:26:53.701" v="5455" actId="478"/>
          <ac:spMkLst>
            <pc:docMk/>
            <pc:sldMk cId="0" sldId="265"/>
            <ac:spMk id="189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26:51.164" v="5454" actId="478"/>
          <ac:spMkLst>
            <pc:docMk/>
            <pc:sldMk cId="0" sldId="265"/>
            <ac:spMk id="190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9:26:57.121" v="5456" actId="1076"/>
          <ac:picMkLst>
            <pc:docMk/>
            <pc:sldMk cId="0" sldId="265"/>
            <ac:picMk id="3" creationId="{65179FE4-5794-61B4-2AD3-F96FE754A414}"/>
          </ac:picMkLst>
        </pc:picChg>
      </pc:sldChg>
      <pc:sldChg chg="addSp delSp modSp mod">
        <pc:chgData name="Ines Belhoussine" userId="8779269a92f3eda0" providerId="LiveId" clId="{EDAE93F2-2B1F-4FE5-BBF4-E2EB8FC2390D}" dt="2026-02-05T19:33:58.409" v="5459" actId="1076"/>
        <pc:sldMkLst>
          <pc:docMk/>
          <pc:sldMk cId="0" sldId="266"/>
        </pc:sldMkLst>
        <pc:spChg chg="del">
          <ac:chgData name="Ines Belhoussine" userId="8779269a92f3eda0" providerId="LiveId" clId="{EDAE93F2-2B1F-4FE5-BBF4-E2EB8FC2390D}" dt="2026-02-05T19:33:55.708" v="5458" actId="478"/>
          <ac:spMkLst>
            <pc:docMk/>
            <pc:sldMk cId="0" sldId="266"/>
            <ac:spMk id="196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33:53.287" v="5457" actId="478"/>
          <ac:spMkLst>
            <pc:docMk/>
            <pc:sldMk cId="0" sldId="266"/>
            <ac:spMk id="197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9:33:58.409" v="5459" actId="1076"/>
          <ac:picMkLst>
            <pc:docMk/>
            <pc:sldMk cId="0" sldId="266"/>
            <ac:picMk id="3" creationId="{5C832F40-9880-0D49-584D-FCA13E44767F}"/>
          </ac:picMkLst>
        </pc:picChg>
      </pc:sldChg>
      <pc:sldChg chg="addSp delSp modSp mod">
        <pc:chgData name="Ines Belhoussine" userId="8779269a92f3eda0" providerId="LiveId" clId="{EDAE93F2-2B1F-4FE5-BBF4-E2EB8FC2390D}" dt="2026-02-05T19:52:13.953" v="5465" actId="1036"/>
        <pc:sldMkLst>
          <pc:docMk/>
          <pc:sldMk cId="0" sldId="267"/>
        </pc:sldMkLst>
        <pc:spChg chg="del">
          <ac:chgData name="Ines Belhoussine" userId="8779269a92f3eda0" providerId="LiveId" clId="{EDAE93F2-2B1F-4FE5-BBF4-E2EB8FC2390D}" dt="2026-02-05T19:43:04.608" v="5461" actId="478"/>
          <ac:spMkLst>
            <pc:docMk/>
            <pc:sldMk cId="0" sldId="267"/>
            <ac:spMk id="203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43:02.291" v="5460" actId="478"/>
          <ac:spMkLst>
            <pc:docMk/>
            <pc:sldMk cId="0" sldId="267"/>
            <ac:spMk id="204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19:52:13.953" v="5465" actId="1036"/>
          <ac:picMkLst>
            <pc:docMk/>
            <pc:sldMk cId="0" sldId="267"/>
            <ac:picMk id="3" creationId="{9DC8B7FB-14F7-AA95-F7C8-71EA96B12484}"/>
          </ac:picMkLst>
        </pc:picChg>
      </pc:sldChg>
      <pc:sldChg chg="addSp delSp modSp mod">
        <pc:chgData name="Ines Belhoussine" userId="8779269a92f3eda0" providerId="LiveId" clId="{EDAE93F2-2B1F-4FE5-BBF4-E2EB8FC2390D}" dt="2026-02-05T20:00:53.662" v="5473" actId="1036"/>
        <pc:sldMkLst>
          <pc:docMk/>
          <pc:sldMk cId="0" sldId="268"/>
        </pc:sldMkLst>
        <pc:spChg chg="mod">
          <ac:chgData name="Ines Belhoussine" userId="8779269a92f3eda0" providerId="LiveId" clId="{EDAE93F2-2B1F-4FE5-BBF4-E2EB8FC2390D}" dt="2026-02-05T19:53:21.362" v="5472" actId="20577"/>
          <ac:spMkLst>
            <pc:docMk/>
            <pc:sldMk cId="0" sldId="268"/>
            <ac:spMk id="209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52:52.088" v="5468" actId="478"/>
          <ac:spMkLst>
            <pc:docMk/>
            <pc:sldMk cId="0" sldId="268"/>
            <ac:spMk id="210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19:52:19.481" v="5466" actId="478"/>
          <ac:spMkLst>
            <pc:docMk/>
            <pc:sldMk cId="0" sldId="268"/>
            <ac:spMk id="211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20:00:53.662" v="5473" actId="1036"/>
          <ac:picMkLst>
            <pc:docMk/>
            <pc:sldMk cId="0" sldId="268"/>
            <ac:picMk id="3" creationId="{87BAD6E8-5AA6-A2A3-7644-4310489A686E}"/>
          </ac:picMkLst>
        </pc:picChg>
      </pc:sldChg>
      <pc:sldChg chg="delSp modSp mod">
        <pc:chgData name="Ines Belhoussine" userId="8779269a92f3eda0" providerId="LiveId" clId="{EDAE93F2-2B1F-4FE5-BBF4-E2EB8FC2390D}" dt="2026-02-05T20:06:52.836" v="5481" actId="478"/>
        <pc:sldMkLst>
          <pc:docMk/>
          <pc:sldMk cId="0" sldId="269"/>
        </pc:sldMkLst>
        <pc:spChg chg="mod">
          <ac:chgData name="Ines Belhoussine" userId="8779269a92f3eda0" providerId="LiveId" clId="{EDAE93F2-2B1F-4FE5-BBF4-E2EB8FC2390D}" dt="2026-02-05T20:06:49.769" v="5480" actId="5793"/>
          <ac:spMkLst>
            <pc:docMk/>
            <pc:sldMk cId="0" sldId="269"/>
            <ac:spMk id="217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20:06:52.836" v="5481" actId="478"/>
          <ac:spMkLst>
            <pc:docMk/>
            <pc:sldMk cId="0" sldId="269"/>
            <ac:spMk id="218" creationId="{00000000-0000-0000-0000-000000000000}"/>
          </ac:spMkLst>
        </pc:spChg>
      </pc:sldChg>
      <pc:sldChg chg="addSp delSp modSp mod">
        <pc:chgData name="Ines Belhoussine" userId="8779269a92f3eda0" providerId="LiveId" clId="{EDAE93F2-2B1F-4FE5-BBF4-E2EB8FC2390D}" dt="2026-02-05T20:18:02.479" v="5494" actId="1076"/>
        <pc:sldMkLst>
          <pc:docMk/>
          <pc:sldMk cId="0" sldId="270"/>
        </pc:sldMkLst>
        <pc:spChg chg="del mod">
          <ac:chgData name="Ines Belhoussine" userId="8779269a92f3eda0" providerId="LiveId" clId="{EDAE93F2-2B1F-4FE5-BBF4-E2EB8FC2390D}" dt="2026-02-05T20:17:58.418" v="5492" actId="478"/>
          <ac:spMkLst>
            <pc:docMk/>
            <pc:sldMk cId="0" sldId="270"/>
            <ac:spMk id="224" creationId="{00000000-0000-0000-0000-000000000000}"/>
          </ac:spMkLst>
        </pc:spChg>
        <pc:spChg chg="del">
          <ac:chgData name="Ines Belhoussine" userId="8779269a92f3eda0" providerId="LiveId" clId="{EDAE93F2-2B1F-4FE5-BBF4-E2EB8FC2390D}" dt="2026-02-05T20:07:32.203" v="5482" actId="478"/>
          <ac:spMkLst>
            <pc:docMk/>
            <pc:sldMk cId="0" sldId="270"/>
            <ac:spMk id="225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05T20:18:02.479" v="5494" actId="1076"/>
          <ac:picMkLst>
            <pc:docMk/>
            <pc:sldMk cId="0" sldId="270"/>
            <ac:picMk id="3" creationId="{7B816C69-A802-1288-ECA2-2D0FCB8B2C8B}"/>
          </ac:picMkLst>
        </pc:picChg>
      </pc:sldChg>
      <pc:sldChg chg="modSp mod">
        <pc:chgData name="Ines Belhoussine" userId="8779269a92f3eda0" providerId="LiveId" clId="{EDAE93F2-2B1F-4FE5-BBF4-E2EB8FC2390D}" dt="2026-02-06T17:20:34.342" v="5797" actId="20577"/>
        <pc:sldMkLst>
          <pc:docMk/>
          <pc:sldMk cId="0" sldId="271"/>
        </pc:sldMkLst>
        <pc:spChg chg="mod">
          <ac:chgData name="Ines Belhoussine" userId="8779269a92f3eda0" providerId="LiveId" clId="{EDAE93F2-2B1F-4FE5-BBF4-E2EB8FC2390D}" dt="2026-02-06T17:20:34.342" v="5797" actId="20577"/>
          <ac:spMkLst>
            <pc:docMk/>
            <pc:sldMk cId="0" sldId="271"/>
            <ac:spMk id="2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Ines Belhoussine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3" name="Image 2" descr="Une image contenant sphère, carte, globe, Monde&#10;&#10;Le contenu généré par l’IA peut être incorrect.">
            <a:extLst>
              <a:ext uri="{FF2B5EF4-FFF2-40B4-BE49-F238E27FC236}">
                <a16:creationId xmlns:a16="http://schemas.microsoft.com/office/drawing/2014/main" id="{A6CB2726-5C8E-9FD5-A5AF-A16A14E51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60" y="3004327"/>
            <a:ext cx="5665940" cy="3853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90417"/>
            <a:ext cx="10554574" cy="4188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fr-FR" b="1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 :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 les déséquilibres entre production, accès et répartition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sécurité alimentaire mondiale à partir des données de la FAO(Food and agriculture </a:t>
            </a:r>
            <a:r>
              <a:rPr lang="fr-FR" altLang="fr-FR" dirty="0" err="1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</a:t>
            </a: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de la sous-nutrition, de la disponibilité alimentaire et de l’aide alimentaire.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Notre objectif est de mieux comprendre les déséquilibres existants.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Spécification des données: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Population: Population par pays et par année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Sous-nutrition: Nombre de personnes sous alimentées par pays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Disponibilité alimentaire: apport énergétique et usages des aliments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fr-FR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Aide-alimentaire: quantités d’aides reçues par pays (2013-2017)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Méthodologie de l’analyse</a:t>
            </a:r>
            <a:endParaRPr sz="3200" dirty="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/>
              <a:t>La RGPD </a:t>
            </a:r>
            <a:r>
              <a:rPr lang="fr-FR" dirty="0"/>
              <a:t>ne s’applique pas car les données de la FAO sont publiques, non nominative, gratuites et accessible à tous.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/>
              <a:t>Mon analyse: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Visualisation des données via Excel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Langage de programmation Python pour réaliser l’analyse des données, nettoyer les données..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Approche progressive: Général et après approfondissements.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L’ébauche réalisée par Julien m’a permit d’avoir un fil conducteur tout au long de mon analyse.  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Nombre total de personnes en état de sous-nutrition en 2017 : 535 700 000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Part de personnes en état de sous-nutrition en 2017: 7.10%</a:t>
            </a:r>
          </a:p>
          <a:p>
            <a:pPr marL="0" indent="0">
              <a:spcBef>
                <a:spcPts val="0"/>
              </a:spcBef>
              <a:buNone/>
            </a:pPr>
            <a:endParaRPr lang="fr-FR" dirty="0"/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1 personne sur 14 dans le monde ne mange pas suffisamment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La sous nutrition est un enjeu majeur de la santé mondiale, est ce parce qu’on ne produit pas assez de nourriture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2) Nombre théorique de personnes qui pourraient être nourries en 2017</a:t>
            </a:r>
            <a:endParaRPr sz="3200" dirty="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En émettant l’hypothèse qu’on doit manger 2500kcal par jour par personne:</a:t>
            </a:r>
          </a:p>
          <a:p>
            <a:pPr marL="0" indent="0">
              <a:spcBef>
                <a:spcPts val="0"/>
              </a:spcBef>
              <a:buNone/>
            </a:pPr>
            <a:endParaRPr lang="fr-FR" dirty="0"/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Nombre théorique de personnes pouvant être nourries en 2017 : 8,367,593,851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Population mondiale en 2017: 7,5 milliards.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 production mondiale est suffisante en quantités pour toute la population mondiale. Ce nombre montre un potentiel pas la réalité.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3) Nombre théorique de personnes qui pourraient être nourries uniquement avec les végétaux en 2017</a:t>
            </a:r>
            <a:endParaRPr dirty="0"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Nombre théorique de personnes pouvant être nourries uniquement avec les végétaux : 6,904,305,685</a:t>
            </a:r>
          </a:p>
          <a:p>
            <a:pPr marL="0" indent="0">
              <a:spcBef>
                <a:spcPts val="0"/>
              </a:spcBef>
              <a:buNone/>
            </a:pPr>
            <a:endParaRPr lang="fr-FR" dirty="0"/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Une alimentation uniquement végétale, pourrait couvrir la population mais le résultat reste insuffisant pour la population mondiale.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Cette part montre que l’essentiel des calories se trouvent dans les végétaux.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4) Répartition de la disponibilité intérieure</a:t>
            </a:r>
            <a:endParaRPr dirty="0"/>
          </a:p>
        </p:txBody>
      </p:sp>
      <p:pic>
        <p:nvPicPr>
          <p:cNvPr id="3" name="Image 2" descr="Une image contenant texte, ligne, nombre, Tracé&#10;&#10;Le contenu généré par l’IA peut être incorrect.">
            <a:extLst>
              <a:ext uri="{FF2B5EF4-FFF2-40B4-BE49-F238E27FC236}">
                <a16:creationId xmlns:a16="http://schemas.microsoft.com/office/drawing/2014/main" id="{3C06933D-1FDE-EE5A-2EAA-33631F5E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01" y="2655518"/>
            <a:ext cx="7878791" cy="3604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5) Part de l’utilisation des principales céréales entre l’alimentation humaine et animale</a:t>
            </a:r>
            <a:endParaRPr dirty="0"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latinLnBrk="1">
              <a:buNone/>
            </a:pPr>
            <a:r>
              <a:rPr lang="fr-FR" dirty="0"/>
              <a:t>Proportion des céréales pour l'alimentation humaine : 54.09 %</a:t>
            </a:r>
          </a:p>
          <a:p>
            <a:pPr marL="114300" indent="0" latinLnBrk="1">
              <a:buNone/>
            </a:pPr>
            <a:r>
              <a:rPr lang="fr-FR" dirty="0"/>
              <a:t>Proportion des céréales pour l'alimentation animale : 45.91 %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Environ 1 céréale sur 2 est destinée à l’élevage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Une partie importante de la production végétale est transformé en produits pour animaux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De plus rendement calorique moins efficace car toutes les calories ne sont pas conservées par l’animal, perte énergétique.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Nourrir un humain avec des céréales est plus efficace sur le plan énergétique.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6) Liste des 10 pays où la proportion de personnes en état de sous-nutrition est la plus forte en </a:t>
            </a:r>
            <a:r>
              <a:rPr lang="fr-FR" sz="3200" dirty="0">
                <a:solidFill>
                  <a:schemeClr val="lt1"/>
                </a:solidFill>
              </a:rPr>
              <a:t>2017</a:t>
            </a:r>
            <a:endParaRPr dirty="0"/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F306BE5-87BB-641C-AFD7-60E0F150F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542" y="2188457"/>
            <a:ext cx="9160425" cy="4426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7) Liste des 10 pays qui ont le plus bénéficié de l’aide alimentaire entre 2013 et 2016</a:t>
            </a:r>
            <a:endParaRPr dirty="0"/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5179FE4-5794-61B4-2AD3-F96FE754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440" y="1979873"/>
            <a:ext cx="4791744" cy="47726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8) Évolution de l’aide alimentaire pour les 5 pays qui en ont le plus bénéficié entre 2013 et 2016</a:t>
            </a:r>
            <a:endParaRPr dirty="0"/>
          </a:p>
        </p:txBody>
      </p:sp>
      <p:pic>
        <p:nvPicPr>
          <p:cNvPr id="3" name="Image 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5C832F40-9880-0D49-584D-FCA13E447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558" y="2133267"/>
            <a:ext cx="7792537" cy="4372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9) Liste des 10 pays qui ont la plus forte disponibilité alimentaire par habitant</a:t>
            </a:r>
            <a:endParaRPr sz="3200" dirty="0"/>
          </a:p>
        </p:txBody>
      </p:sp>
      <p:pic>
        <p:nvPicPr>
          <p:cNvPr id="3" name="Image 2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9DC8B7FB-14F7-AA95-F7C8-71EA96B12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849" y="1893937"/>
            <a:ext cx="8810302" cy="4768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9) Liste des 10 pays qui ont la plus faible disponibilité alimentaire par habitant</a:t>
            </a:r>
            <a:endParaRPr dirty="0"/>
          </a:p>
        </p:txBody>
      </p:sp>
      <p:pic>
        <p:nvPicPr>
          <p:cNvPr id="3" name="Image 2" descr="Une image contenant texte, ligne, Police, nombre&#10;&#10;Le contenu généré par l’IA peut être incorrect.">
            <a:extLst>
              <a:ext uri="{FF2B5EF4-FFF2-40B4-BE49-F238E27FC236}">
                <a16:creationId xmlns:a16="http://schemas.microsoft.com/office/drawing/2014/main" id="{87BAD6E8-5AA6-A2A3-7644-4310489A6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13" y="2415066"/>
            <a:ext cx="8878573" cy="3747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10) Étude sur le manioc en Thaïlande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latinLnBrk="1">
              <a:buNone/>
            </a:pPr>
            <a:r>
              <a:rPr lang="fr-FR" dirty="0"/>
              <a:t>Nombre de personnes sous-alimentées en Thaïlande : 6,200,000</a:t>
            </a:r>
          </a:p>
          <a:p>
            <a:pPr marL="114300" indent="0" latinLnBrk="1">
              <a:buNone/>
            </a:pPr>
            <a:r>
              <a:rPr lang="fr-FR" dirty="0"/>
              <a:t>Part de la population sous-alimentée en Thaïlande : 8.96 %</a:t>
            </a:r>
          </a:p>
          <a:p>
            <a:pPr marL="114300" indent="0" latinLnBrk="1">
              <a:buNone/>
            </a:pPr>
            <a:r>
              <a:rPr lang="fr-FR" dirty="0"/>
              <a:t>Disponibilité alimentaire totale en Thaïlande : 192,749,320,850 kcal/jour</a:t>
            </a:r>
          </a:p>
          <a:p>
            <a:pPr marL="114300" indent="0" latinLnBrk="1">
              <a:buNone/>
            </a:pPr>
            <a:r>
              <a:rPr lang="fr-FR" dirty="0"/>
              <a:t>Disponibilité alimentaire par personne en Thaïlande : 2,785 kcal/personne/jour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11) Analyses complémentaires</a:t>
            </a:r>
            <a:endParaRPr sz="3200"/>
          </a:p>
        </p:txBody>
      </p:sp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7B816C69-A802-1288-ECA2-2D0FCB8B2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543" y="1828799"/>
            <a:ext cx="6378482" cy="48642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 production mondiale est suffisante</a:t>
            </a:r>
          </a:p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problème vient surtout de la répartition et de l’accès</a:t>
            </a:r>
          </a:p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Double réalité nutritionnelle dans le monde</a:t>
            </a:r>
          </a:p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solutions dépassent l’agriculture uniquement.</a:t>
            </a:r>
          </a:p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642</Words>
  <Application>Microsoft Office PowerPoint</Application>
  <PresentationFormat>Grand écran</PresentationFormat>
  <Paragraphs>69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Century Gothic</vt:lpstr>
      <vt:lpstr>Arial</vt:lpstr>
      <vt:lpstr>Calibri</vt:lpstr>
      <vt:lpstr>Noto Sans Symbols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Ines Belhoussine</cp:lastModifiedBy>
  <cp:revision>1</cp:revision>
  <dcterms:created xsi:type="dcterms:W3CDTF">2023-03-17T20:58:30Z</dcterms:created>
  <dcterms:modified xsi:type="dcterms:W3CDTF">2026-02-06T17:20:43Z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